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e6052502ab42e6" /><Relationship Type="http://schemas.openxmlformats.org/officeDocument/2006/relationships/extended-properties" Target="/docProps/app.xml" Id="Re1c548b95b564518" /><Relationship Type="http://schemas.openxmlformats.org/officeDocument/2006/relationships/officeDocument" Target="/ppt/presentation.xml" Id="Redc902c739fd4d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9e3317c24749a1"/>
  </p:sldMasterIdLst>
  <p:notesMasterIdLst>
    <p:notesMasterId xmlns:r="http://schemas.openxmlformats.org/officeDocument/2006/relationships" r:id="R2fa477f60d9a4734"/>
  </p:notesMasterIdLst>
  <p:sldIdLst>
    <p:sldId xmlns:r="http://schemas.openxmlformats.org/officeDocument/2006/relationships" id="256" r:id="Ra1173295937247ba"/>
    <p:sldId xmlns:r="http://schemas.openxmlformats.org/officeDocument/2006/relationships" id="257" r:id="R86a587adf2a64822"/>
    <p:sldId xmlns:r="http://schemas.openxmlformats.org/officeDocument/2006/relationships" id="258" r:id="R496bee7e2b7a4d76"/>
    <p:sldId xmlns:r="http://schemas.openxmlformats.org/officeDocument/2006/relationships" id="259" r:id="R207187d2a8874539"/>
    <p:sldId xmlns:r="http://schemas.openxmlformats.org/officeDocument/2006/relationships" id="260" r:id="R5d5028f6278a47b2"/>
    <p:sldId xmlns:r="http://schemas.openxmlformats.org/officeDocument/2006/relationships" id="261" r:id="R918629c3e50b4488"/>
    <p:sldId xmlns:r="http://schemas.openxmlformats.org/officeDocument/2006/relationships" id="262" r:id="Radd53f708c02419d"/>
    <p:sldId xmlns:r="http://schemas.openxmlformats.org/officeDocument/2006/relationships" id="263" r:id="R70d865aa5fab443a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59eba724b42da" /><Relationship Type="http://schemas.openxmlformats.org/officeDocument/2006/relationships/slideMaster" Target="/ppt/slideMasters/slideMaster1.xml" Id="R169e3317c24749a1" /><Relationship Type="http://schemas.openxmlformats.org/officeDocument/2006/relationships/notesMaster" Target="/ppt/notesMasters/notesMaster1.xml" Id="R2fa477f60d9a4734" /><Relationship Type="http://schemas.openxmlformats.org/officeDocument/2006/relationships/presProps" Target="/ppt/presProps.xml" Id="R915c0b9b35b24875" /><Relationship Type="http://schemas.openxmlformats.org/officeDocument/2006/relationships/tableStyles" Target="/ppt/tableStyles.xml" Id="R9ffd25b463704b32" /><Relationship Type="http://schemas.openxmlformats.org/officeDocument/2006/relationships/slide" Target="/ppt/slides/slide1.xml" Id="Ra1173295937247ba" /><Relationship Type="http://schemas.openxmlformats.org/officeDocument/2006/relationships/slide" Target="/ppt/slides/slide2.xml" Id="R86a587adf2a64822" /><Relationship Type="http://schemas.openxmlformats.org/officeDocument/2006/relationships/slide" Target="/ppt/slides/slide3.xml" Id="R496bee7e2b7a4d76" /><Relationship Type="http://schemas.openxmlformats.org/officeDocument/2006/relationships/slide" Target="/ppt/slides/slide4.xml" Id="R207187d2a8874539" /><Relationship Type="http://schemas.openxmlformats.org/officeDocument/2006/relationships/slide" Target="/ppt/slides/slide5.xml" Id="R5d5028f6278a47b2" /><Relationship Type="http://schemas.openxmlformats.org/officeDocument/2006/relationships/slide" Target="/ppt/slides/slide6.xml" Id="R918629c3e50b4488" /><Relationship Type="http://schemas.openxmlformats.org/officeDocument/2006/relationships/slide" Target="/ppt/slides/slide7.xml" Id="Radd53f708c02419d" /><Relationship Type="http://schemas.openxmlformats.org/officeDocument/2006/relationships/slide" Target="/ppt/slides/slide8.xml" Id="R70d865aa5fab44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4c9e150b56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0e45f6e744f68" /><Relationship Type="http://schemas.openxmlformats.org/officeDocument/2006/relationships/notesMaster" Target="/ppt/notesMasters/notesMaster1.xml" Id="R62bade13a19d45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c0c43604ec4b2c" /><Relationship Type="http://schemas.openxmlformats.org/officeDocument/2006/relationships/notesMaster" Target="/ppt/notesMasters/notesMaster1.xml" Id="R73b30fa3d30948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6f24291bca466b" /><Relationship Type="http://schemas.openxmlformats.org/officeDocument/2006/relationships/notesMaster" Target="/ppt/notesMasters/notesMaster1.xml" Id="R64ec2ffe175045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c7a77eb2f54485" /><Relationship Type="http://schemas.openxmlformats.org/officeDocument/2006/relationships/notesMaster" Target="/ppt/notesMasters/notesMaster1.xml" Id="R3e971552602f41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e1bef437cc483b" /><Relationship Type="http://schemas.openxmlformats.org/officeDocument/2006/relationships/notesMaster" Target="/ppt/notesMasters/notesMaster1.xml" Id="R96a906723f3042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4966bc4e67409d" /><Relationship Type="http://schemas.openxmlformats.org/officeDocument/2006/relationships/notesMaster" Target="/ppt/notesMasters/notesMaster1.xml" Id="R7c7d27779d4b48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68339038e74717" /><Relationship Type="http://schemas.openxmlformats.org/officeDocument/2006/relationships/notesMaster" Target="/ppt/notesMasters/notesMaster1.xml" Id="R5416289c083945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04cfd01c0d4516" /><Relationship Type="http://schemas.openxmlformats.org/officeDocument/2006/relationships/notesMaster" Target="/ppt/notesMasters/notesMaster1.xml" Id="Rbacf6947be4646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b5e9209b942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679428cc6f497a" /><Relationship Type="http://schemas.openxmlformats.org/officeDocument/2006/relationships/slideLayout" Target="/ppt/slideLayouts/slideLayout1.xml" Id="Rcd03decf196a4c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03decf196a4c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cab42d81a4fb7" /><Relationship Type="http://schemas.openxmlformats.org/officeDocument/2006/relationships/image" Target="/ppt/media/image.jpeg" Id="Rf4207a9195cc4302" /><Relationship Type="http://schemas.openxmlformats.org/officeDocument/2006/relationships/notesSlide" Target="/ppt/notesSlides/notesSlide1.xml" Id="R79326d3cdf284c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aa8953f704d82" /><Relationship Type="http://schemas.openxmlformats.org/officeDocument/2006/relationships/notesSlide" Target="/ppt/notesSlides/notesSlide2.xml" Id="R289e0ebbcad04e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eee75bfaf4d20" /><Relationship Type="http://schemas.openxmlformats.org/officeDocument/2006/relationships/notesSlide" Target="/ppt/notesSlides/notesSlide3.xml" Id="R7b1d54ab2cd642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76940d8bc4403" /><Relationship Type="http://schemas.openxmlformats.org/officeDocument/2006/relationships/notesSlide" Target="/ppt/notesSlides/notesSlide4.xml" Id="R520ee5277e5646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0fc7e82b0403f" /><Relationship Type="http://schemas.openxmlformats.org/officeDocument/2006/relationships/notesSlide" Target="/ppt/notesSlides/notesSlide5.xml" Id="R899ec74ad8b5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c6feee6ab4820" /><Relationship Type="http://schemas.openxmlformats.org/officeDocument/2006/relationships/notesSlide" Target="/ppt/notesSlides/notesSlide6.xml" Id="Ra129edd9732f4b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536ddce514c6a" /><Relationship Type="http://schemas.openxmlformats.org/officeDocument/2006/relationships/notesSlide" Target="/ppt/notesSlides/notesSlide7.xml" Id="Rdfa21962c62d42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bfb732d834179" /><Relationship Type="http://schemas.openxmlformats.org/officeDocument/2006/relationships/notesSlide" Target="/ppt/notesSlides/notesSlide8.xml" Id="R492ab8d09ecd4e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07a9195cc4302"/>
          <a:srcRect xmlns:a="http://schemas.openxmlformats.org/drawingml/2006/main" l="0" t="44" r="0" b="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3848100"/>
          </a:xfrm>
          <a:prstGeom xmlns:a="http://schemas.openxmlformats.org/drawingml/2006/main" prst="rect">
            <a:avLst/>
          </a:prstGeom>
        </p:spPr>
      </p:pic>
      <p:sp>
        <p:nvSpPr>
          <p:cNvPr id="2" name="cover-green-block">
            <a:extLst xmlns:a="http://schemas.openxmlformats.org/drawingml/2006/main">
              <a:ext uri="{FF2B5EF4-FFF2-40B4-BE49-F238E27FC236}">
                <a16:creationId xmlns:a16="http://schemas.microsoft.com/office/drawing/2014/main" id="{94BAF73E-26A6-4C84-8A2C-140BE75E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48100"/>
            <a:ext cx="91440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1094BE7-7B6A-4731-A040-05F8462F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33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3333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教育行业观察</a:t>
            </a:r>
          </a:p>
        </p:txBody>
      </p:sp>
      <p:sp>
        <p:nvSpPr>
          <p:cNvPr id="4" name="cover-period">
            <a:extLst xmlns:a="http://schemas.openxmlformats.org/drawingml/2006/main">
              <a:ext uri="{FF2B5EF4-FFF2-40B4-BE49-F238E27FC236}">
                <a16:creationId xmlns:a16="http://schemas.microsoft.com/office/drawing/2014/main" id="{8E0D5DF9-B88D-4D8C-B47F-62F5AB49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911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33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3333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20XX.XX.XX-20XX.XX.XX</a:t>
            </a:r>
          </a:p>
        </p:txBody>
      </p:sp>
    </p:spTree>
    <p:extLst>
      <p:ext uri="{BB962C8B-B14F-4D97-AF65-F5344CB8AC3E}">
        <p14:creationId xmlns:p14="http://schemas.microsoft.com/office/powerpoint/2010/main" val="999522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2-header">
            <a:extLst xmlns:a="http://schemas.openxmlformats.org/drawingml/2006/main">
              <a:ext uri="{FF2B5EF4-FFF2-40B4-BE49-F238E27FC236}">
                <a16:creationId xmlns:a16="http://schemas.microsoft.com/office/drawing/2014/main" id="{7F6875F9-328D-4D76-9DD5-C212BBF4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"/>
            <a:ext cx="82677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2-header-text">
            <a:extLst xmlns:a="http://schemas.openxmlformats.org/drawingml/2006/main">
              <a:ext uri="{FF2B5EF4-FFF2-40B4-BE49-F238E27FC236}">
                <a16:creationId xmlns:a16="http://schemas.microsoft.com/office/drawing/2014/main" id="{A3E7B104-6203-4DEE-BAA5-BE1EC368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3600">
                <a:solidFill>
                  <a:srgbClr val="000000"/>
                </a:solidFill>
                <a:latin typeface="KaiTi"/>
                <a:ea typeface="KaiTi"/>
                <a:cs typeface="KaiTi"/>
              </a:rPr>
              <a:t>1 行业速览-上市公司</a:t>
            </a:r>
          </a:p>
        </p:txBody>
      </p:sp>
      <p:sp>
        <p:nvSpPr>
          <p:cNvPr id="3" name="listed_1-label-background">
            <a:extLst xmlns:a="http://schemas.openxmlformats.org/drawingml/2006/main">
              <a:ext uri="{FF2B5EF4-FFF2-40B4-BE49-F238E27FC236}">
                <a16:creationId xmlns:a16="http://schemas.microsoft.com/office/drawing/2014/main" id="{2E1F22F3-63DD-4098-A41F-0273D224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923925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4" name="listed_1-label">
            <a:extLst xmlns:a="http://schemas.openxmlformats.org/drawingml/2006/main">
              <a:ext uri="{FF2B5EF4-FFF2-40B4-BE49-F238E27FC236}">
                <a16:creationId xmlns:a16="http://schemas.microsoft.com/office/drawing/2014/main" id="{FC741D64-D860-492F-9CBB-04605B23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8225"/>
            <a:ext cx="79057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上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一</a:t>
            </a:r>
          </a:p>
        </p:txBody>
      </p:sp>
      <p:sp>
        <p:nvSpPr>
          <p:cNvPr id="5" name="listed_1-body-frame">
            <a:extLst xmlns:a="http://schemas.openxmlformats.org/drawingml/2006/main">
              <a:ext uri="{FF2B5EF4-FFF2-40B4-BE49-F238E27FC236}">
                <a16:creationId xmlns:a16="http://schemas.microsoft.com/office/drawing/2014/main" id="{93E78D8A-7501-4D11-A202-C0D70008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71550"/>
            <a:ext cx="7239000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6" name="listed_1-bullet-1">
            <a:extLst xmlns:a="http://schemas.openxmlformats.org/drawingml/2006/main">
              <a:ext uri="{FF2B5EF4-FFF2-40B4-BE49-F238E27FC236}">
                <a16:creationId xmlns:a16="http://schemas.microsoft.com/office/drawing/2014/main" id="{CA48E5EB-C7FB-49A1-B690-83EF6C39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4775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listed_1-bullet-text-1">
            <a:extLst xmlns:a="http://schemas.openxmlformats.org/drawingml/2006/main">
              <a:ext uri="{FF2B5EF4-FFF2-40B4-BE49-F238E27FC236}">
                <a16:creationId xmlns:a16="http://schemas.microsoft.com/office/drawing/2014/main" id="{41AE781F-2266-4673-9A71-A272F49B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04775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8" name="listed_1-bullet-2">
            <a:extLst xmlns:a="http://schemas.openxmlformats.org/drawingml/2006/main">
              <a:ext uri="{FF2B5EF4-FFF2-40B4-BE49-F238E27FC236}">
                <a16:creationId xmlns:a16="http://schemas.microsoft.com/office/drawing/2014/main" id="{3758D667-3557-4E05-A339-626E7A76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58265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listed_1-bullet-text-2">
            <a:extLst xmlns:a="http://schemas.openxmlformats.org/drawingml/2006/main">
              <a:ext uri="{FF2B5EF4-FFF2-40B4-BE49-F238E27FC236}">
                <a16:creationId xmlns:a16="http://schemas.microsoft.com/office/drawing/2014/main" id="{9058BF81-CDF4-431E-AFF2-4456E66C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358265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  <p:sp>
        <p:nvSpPr>
          <p:cNvPr id="10" name="listed_2-label-background">
            <a:extLst xmlns:a="http://schemas.openxmlformats.org/drawingml/2006/main">
              <a:ext uri="{FF2B5EF4-FFF2-40B4-BE49-F238E27FC236}">
                <a16:creationId xmlns:a16="http://schemas.microsoft.com/office/drawing/2014/main" id="{D9F8AB1F-3531-4AB8-B91F-922997C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71800"/>
            <a:ext cx="923925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1" name="listed_2-label">
            <a:extLst xmlns:a="http://schemas.openxmlformats.org/drawingml/2006/main">
              <a:ext uri="{FF2B5EF4-FFF2-40B4-BE49-F238E27FC236}">
                <a16:creationId xmlns:a16="http://schemas.microsoft.com/office/drawing/2014/main" id="{92C09E2A-2539-443E-AFB0-117332DB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8475"/>
            <a:ext cx="79057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上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二</a:t>
            </a:r>
          </a:p>
        </p:txBody>
      </p:sp>
      <p:sp>
        <p:nvSpPr>
          <p:cNvPr id="12" name="listed_2-body-frame">
            <a:extLst xmlns:a="http://schemas.openxmlformats.org/drawingml/2006/main">
              <a:ext uri="{FF2B5EF4-FFF2-40B4-BE49-F238E27FC236}">
                <a16:creationId xmlns:a16="http://schemas.microsoft.com/office/drawing/2014/main" id="{F010F63D-FC58-45BA-9B34-0E2AAFAE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7239000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3" name="listed_2-bullet-1">
            <a:extLst xmlns:a="http://schemas.openxmlformats.org/drawingml/2006/main">
              <a:ext uri="{FF2B5EF4-FFF2-40B4-BE49-F238E27FC236}">
                <a16:creationId xmlns:a16="http://schemas.microsoft.com/office/drawing/2014/main" id="{D68D35D0-9CEF-44C9-8AE3-C00C1EA9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4800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listed_2-bullet-text-1">
            <a:extLst xmlns:a="http://schemas.openxmlformats.org/drawingml/2006/main">
              <a:ext uri="{FF2B5EF4-FFF2-40B4-BE49-F238E27FC236}">
                <a16:creationId xmlns:a16="http://schemas.microsoft.com/office/drawing/2014/main" id="{E23D547E-036A-4F2C-B9DC-DC5D409C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04800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15" name="listed_2-bullet-2">
            <a:extLst xmlns:a="http://schemas.openxmlformats.org/drawingml/2006/main">
              <a:ext uri="{FF2B5EF4-FFF2-40B4-BE49-F238E27FC236}">
                <a16:creationId xmlns:a16="http://schemas.microsoft.com/office/drawing/2014/main" id="{526C44EE-E85B-4FC7-A91A-E32D8EA1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58515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listed_2-bullet-text-2">
            <a:extLst xmlns:a="http://schemas.openxmlformats.org/drawingml/2006/main">
              <a:ext uri="{FF2B5EF4-FFF2-40B4-BE49-F238E27FC236}">
                <a16:creationId xmlns:a16="http://schemas.microsoft.com/office/drawing/2014/main" id="{E3BD0272-15B3-4669-9ADF-D4AFBDE0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358515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</p:spTree>
    <p:extLst>
      <p:ext uri="{BB962C8B-B14F-4D97-AF65-F5344CB8AC3E}">
        <p14:creationId xmlns:p14="http://schemas.microsoft.com/office/powerpoint/2010/main" val="1121088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3-header">
            <a:extLst xmlns:a="http://schemas.openxmlformats.org/drawingml/2006/main">
              <a:ext uri="{FF2B5EF4-FFF2-40B4-BE49-F238E27FC236}">
                <a16:creationId xmlns:a16="http://schemas.microsoft.com/office/drawing/2014/main" id="{C7431EAE-389C-4A9F-83DD-F7A1474E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"/>
            <a:ext cx="82677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3-header-text">
            <a:extLst xmlns:a="http://schemas.openxmlformats.org/drawingml/2006/main">
              <a:ext uri="{FF2B5EF4-FFF2-40B4-BE49-F238E27FC236}">
                <a16:creationId xmlns:a16="http://schemas.microsoft.com/office/drawing/2014/main" id="{90C98895-9194-4168-84D3-F38488C0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3600">
                <a:solidFill>
                  <a:srgbClr val="000000"/>
                </a:solidFill>
                <a:latin typeface="KaiTi"/>
                <a:ea typeface="KaiTi"/>
                <a:cs typeface="KaiTi"/>
              </a:rPr>
              <a:t>1 行业速览-上市公司</a:t>
            </a:r>
          </a:p>
        </p:txBody>
      </p:sp>
      <p:sp>
        <p:nvSpPr>
          <p:cNvPr id="3" name="listed_3-label-background">
            <a:extLst xmlns:a="http://schemas.openxmlformats.org/drawingml/2006/main">
              <a:ext uri="{FF2B5EF4-FFF2-40B4-BE49-F238E27FC236}">
                <a16:creationId xmlns:a16="http://schemas.microsoft.com/office/drawing/2014/main" id="{3BACC4F3-19D2-46E4-BB0F-282D039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923925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4" name="listed_3-label">
            <a:extLst xmlns:a="http://schemas.openxmlformats.org/drawingml/2006/main">
              <a:ext uri="{FF2B5EF4-FFF2-40B4-BE49-F238E27FC236}">
                <a16:creationId xmlns:a16="http://schemas.microsoft.com/office/drawing/2014/main" id="{E40EF7A6-BC3E-4B04-A9B3-B3E39056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8225"/>
            <a:ext cx="790575" cy="515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上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市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公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三</a:t>
            </a:r>
          </a:p>
        </p:txBody>
      </p:sp>
      <p:sp>
        <p:nvSpPr>
          <p:cNvPr id="5" name="listed_3-body-frame">
            <a:extLst xmlns:a="http://schemas.openxmlformats.org/drawingml/2006/main">
              <a:ext uri="{FF2B5EF4-FFF2-40B4-BE49-F238E27FC236}">
                <a16:creationId xmlns:a16="http://schemas.microsoft.com/office/drawing/2014/main" id="{1763F580-1BE3-4DBB-B4EC-3D6992D7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71550"/>
            <a:ext cx="723900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6" name="listed_3-bullet-1">
            <a:extLst xmlns:a="http://schemas.openxmlformats.org/drawingml/2006/main">
              <a:ext uri="{FF2B5EF4-FFF2-40B4-BE49-F238E27FC236}">
                <a16:creationId xmlns:a16="http://schemas.microsoft.com/office/drawing/2014/main" id="{F7F761A7-F539-4354-999D-82A4E2E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4775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listed_3-bullet-text-1">
            <a:extLst xmlns:a="http://schemas.openxmlformats.org/drawingml/2006/main">
              <a:ext uri="{FF2B5EF4-FFF2-40B4-BE49-F238E27FC236}">
                <a16:creationId xmlns:a16="http://schemas.microsoft.com/office/drawing/2014/main" id="{745E965B-8D72-49AD-A290-024F049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04775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8" name="listed_3-bullet-2">
            <a:extLst xmlns:a="http://schemas.openxmlformats.org/drawingml/2006/main">
              <a:ext uri="{FF2B5EF4-FFF2-40B4-BE49-F238E27FC236}">
                <a16:creationId xmlns:a16="http://schemas.microsoft.com/office/drawing/2014/main" id="{77FB1934-71D8-4361-BC96-6E05DE06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0589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listed_3-bullet-text-2">
            <a:extLst xmlns:a="http://schemas.openxmlformats.org/drawingml/2006/main">
              <a:ext uri="{FF2B5EF4-FFF2-40B4-BE49-F238E27FC236}">
                <a16:creationId xmlns:a16="http://schemas.microsoft.com/office/drawing/2014/main" id="{26495849-5487-4E46-B030-0AA44A67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0589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  <p:sp>
        <p:nvSpPr>
          <p:cNvPr id="10" name="listed_3-bullet-3">
            <a:extLst xmlns:a="http://schemas.openxmlformats.org/drawingml/2006/main">
              <a:ext uri="{FF2B5EF4-FFF2-40B4-BE49-F238E27FC236}">
                <a16:creationId xmlns:a16="http://schemas.microsoft.com/office/drawing/2014/main" id="{0E478841-B38D-45DE-B020-4B52FA3B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403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listed_3-bullet-text-3">
            <a:extLst xmlns:a="http://schemas.openxmlformats.org/drawingml/2006/main">
              <a:ext uri="{FF2B5EF4-FFF2-40B4-BE49-F238E27FC236}">
                <a16:creationId xmlns:a16="http://schemas.microsoft.com/office/drawing/2014/main" id="{B3775655-9438-4785-98FD-E6863AD6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76403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3：写明时间、主体、动作和关键事实。】</a:t>
            </a:r>
          </a:p>
        </p:txBody>
      </p:sp>
    </p:spTree>
    <p:extLst>
      <p:ext uri="{BB962C8B-B14F-4D97-AF65-F5344CB8AC3E}">
        <p14:creationId xmlns:p14="http://schemas.microsoft.com/office/powerpoint/2010/main" val="1619232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age-4-header">
            <a:extLst xmlns:a="http://schemas.openxmlformats.org/drawingml/2006/main">
              <a:ext uri="{FF2B5EF4-FFF2-40B4-BE49-F238E27FC236}">
                <a16:creationId xmlns:a16="http://schemas.microsoft.com/office/drawing/2014/main" id="{FAC4D09C-132F-4062-B8BC-2DE658D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"/>
            <a:ext cx="82677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4-header-text">
            <a:extLst xmlns:a="http://schemas.openxmlformats.org/drawingml/2006/main">
              <a:ext uri="{FF2B5EF4-FFF2-40B4-BE49-F238E27FC236}">
                <a16:creationId xmlns:a16="http://schemas.microsoft.com/office/drawing/2014/main" id="{953DDC2A-5BC4-4B38-B00C-1C9B9C99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3600">
                <a:solidFill>
                  <a:srgbClr val="000000"/>
                </a:solidFill>
                <a:latin typeface="KaiTi"/>
                <a:ea typeface="KaiTi"/>
                <a:cs typeface="KaiTi"/>
              </a:rPr>
              <a:t>2 行业速览-其他</a:t>
            </a:r>
          </a:p>
        </p:txBody>
      </p:sp>
      <p:sp>
        <p:nvSpPr>
          <p:cNvPr id="3" name="other_1-label-background">
            <a:extLst xmlns:a="http://schemas.openxmlformats.org/drawingml/2006/main">
              <a:ext uri="{FF2B5EF4-FFF2-40B4-BE49-F238E27FC236}">
                <a16:creationId xmlns:a16="http://schemas.microsoft.com/office/drawing/2014/main" id="{11B1D276-99F7-4A63-B33F-AF57CA23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9239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4" name="other_1-label">
            <a:extLst xmlns:a="http://schemas.openxmlformats.org/drawingml/2006/main">
              <a:ext uri="{FF2B5EF4-FFF2-40B4-BE49-F238E27FC236}">
                <a16:creationId xmlns:a16="http://schemas.microsoft.com/office/drawing/2014/main" id="{1ED6C2AB-1140-4819-8D96-90EAB74D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8225"/>
            <a:ext cx="790575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行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业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一</a:t>
            </a:r>
          </a:p>
        </p:txBody>
      </p:sp>
      <p:sp>
        <p:nvSpPr>
          <p:cNvPr id="5" name="other_1-body-frame">
            <a:extLst xmlns:a="http://schemas.openxmlformats.org/drawingml/2006/main">
              <a:ext uri="{FF2B5EF4-FFF2-40B4-BE49-F238E27FC236}">
                <a16:creationId xmlns:a16="http://schemas.microsoft.com/office/drawing/2014/main" id="{BA0E9FEF-725C-45D0-A76D-D1EF89A0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71550"/>
            <a:ext cx="7239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6" name="other_1-bullet-1">
            <a:extLst xmlns:a="http://schemas.openxmlformats.org/drawingml/2006/main">
              <a:ext uri="{FF2B5EF4-FFF2-40B4-BE49-F238E27FC236}">
                <a16:creationId xmlns:a16="http://schemas.microsoft.com/office/drawing/2014/main" id="{8A843437-B20D-42D9-A900-EAFE2B55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4775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other_1-bullet-text-1">
            <a:extLst xmlns:a="http://schemas.openxmlformats.org/drawingml/2006/main">
              <a:ext uri="{FF2B5EF4-FFF2-40B4-BE49-F238E27FC236}">
                <a16:creationId xmlns:a16="http://schemas.microsoft.com/office/drawing/2014/main" id="{F6459238-EAB7-45D6-9623-59148818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04775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8" name="other_1-bullet-2">
            <a:extLst xmlns:a="http://schemas.openxmlformats.org/drawingml/2006/main">
              <a:ext uri="{FF2B5EF4-FFF2-40B4-BE49-F238E27FC236}">
                <a16:creationId xmlns:a16="http://schemas.microsoft.com/office/drawing/2014/main" id="{1FEA2605-22FD-466E-ABDF-D8424771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0589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other_1-bullet-text-2">
            <a:extLst xmlns:a="http://schemas.openxmlformats.org/drawingml/2006/main">
              <a:ext uri="{FF2B5EF4-FFF2-40B4-BE49-F238E27FC236}">
                <a16:creationId xmlns:a16="http://schemas.microsoft.com/office/drawing/2014/main" id="{F98778D1-2F4A-47C4-B7B4-CAACBA6D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0589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</p:spTree>
    <p:extLst>
      <p:ext uri="{BB962C8B-B14F-4D97-AF65-F5344CB8AC3E}">
        <p14:creationId xmlns:p14="http://schemas.microsoft.com/office/powerpoint/2010/main" val="14320990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5-header">
            <a:extLst xmlns:a="http://schemas.openxmlformats.org/drawingml/2006/main">
              <a:ext uri="{FF2B5EF4-FFF2-40B4-BE49-F238E27FC236}">
                <a16:creationId xmlns:a16="http://schemas.microsoft.com/office/drawing/2014/main" id="{B0E4D558-4FC5-4246-884B-078328C6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"/>
            <a:ext cx="82677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5-header-text">
            <a:extLst xmlns:a="http://schemas.openxmlformats.org/drawingml/2006/main">
              <a:ext uri="{FF2B5EF4-FFF2-40B4-BE49-F238E27FC236}">
                <a16:creationId xmlns:a16="http://schemas.microsoft.com/office/drawing/2014/main" id="{83320669-D0A7-4EC4-A9F7-697A8FFB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3600">
                <a:solidFill>
                  <a:srgbClr val="000000"/>
                </a:solidFill>
                <a:latin typeface="KaiTi"/>
                <a:ea typeface="KaiTi"/>
                <a:cs typeface="KaiTi"/>
              </a:rPr>
              <a:t>2 行业速览-其他</a:t>
            </a:r>
          </a:p>
        </p:txBody>
      </p:sp>
      <p:sp>
        <p:nvSpPr>
          <p:cNvPr id="3" name="other_2-label-background">
            <a:extLst xmlns:a="http://schemas.openxmlformats.org/drawingml/2006/main">
              <a:ext uri="{FF2B5EF4-FFF2-40B4-BE49-F238E27FC236}">
                <a16:creationId xmlns:a16="http://schemas.microsoft.com/office/drawing/2014/main" id="{57A6D5E9-108D-40D5-88E5-B084491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923925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4" name="other_2-label">
            <a:extLst xmlns:a="http://schemas.openxmlformats.org/drawingml/2006/main">
              <a:ext uri="{FF2B5EF4-FFF2-40B4-BE49-F238E27FC236}">
                <a16:creationId xmlns:a16="http://schemas.microsoft.com/office/drawing/2014/main" id="{EE6764BF-5662-4ED7-AFF0-4C846F00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8225"/>
            <a:ext cx="790575" cy="391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行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业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二</a:t>
            </a:r>
          </a:p>
        </p:txBody>
      </p:sp>
      <p:sp>
        <p:nvSpPr>
          <p:cNvPr id="5" name="other_2-body-frame">
            <a:extLst xmlns:a="http://schemas.openxmlformats.org/drawingml/2006/main">
              <a:ext uri="{FF2B5EF4-FFF2-40B4-BE49-F238E27FC236}">
                <a16:creationId xmlns:a16="http://schemas.microsoft.com/office/drawing/2014/main" id="{B95B817B-0CAF-4E62-8A64-D8C9CF6E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71550"/>
            <a:ext cx="72390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6" name="other_2-bullet-1">
            <a:extLst xmlns:a="http://schemas.openxmlformats.org/drawingml/2006/main">
              <a:ext uri="{FF2B5EF4-FFF2-40B4-BE49-F238E27FC236}">
                <a16:creationId xmlns:a16="http://schemas.microsoft.com/office/drawing/2014/main" id="{E9F385CD-3860-46D1-BDBA-D41212E7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4775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other_2-bullet-text-1">
            <a:extLst xmlns:a="http://schemas.openxmlformats.org/drawingml/2006/main">
              <a:ext uri="{FF2B5EF4-FFF2-40B4-BE49-F238E27FC236}">
                <a16:creationId xmlns:a16="http://schemas.microsoft.com/office/drawing/2014/main" id="{522AE95B-E9F6-4F33-93E9-D6EA2077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04775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8" name="other_2-bullet-2">
            <a:extLst xmlns:a="http://schemas.openxmlformats.org/drawingml/2006/main">
              <a:ext uri="{FF2B5EF4-FFF2-40B4-BE49-F238E27FC236}">
                <a16:creationId xmlns:a16="http://schemas.microsoft.com/office/drawing/2014/main" id="{01CE7E7E-8DD0-4B63-A1EB-36E5115E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0589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other_2-bullet-text-2">
            <a:extLst xmlns:a="http://schemas.openxmlformats.org/drawingml/2006/main">
              <a:ext uri="{FF2B5EF4-FFF2-40B4-BE49-F238E27FC236}">
                <a16:creationId xmlns:a16="http://schemas.microsoft.com/office/drawing/2014/main" id="{53B5E13E-54DE-4322-BE8C-00DE9D84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0589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  <p:sp>
        <p:nvSpPr>
          <p:cNvPr id="10" name="other_2-bullet-3">
            <a:extLst xmlns:a="http://schemas.openxmlformats.org/drawingml/2006/main">
              <a:ext uri="{FF2B5EF4-FFF2-40B4-BE49-F238E27FC236}">
                <a16:creationId xmlns:a16="http://schemas.microsoft.com/office/drawing/2014/main" id="{1E736CC7-2C5E-4092-B3E3-927BB7C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403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other_2-bullet-text-3">
            <a:extLst xmlns:a="http://schemas.openxmlformats.org/drawingml/2006/main">
              <a:ext uri="{FF2B5EF4-FFF2-40B4-BE49-F238E27FC236}">
                <a16:creationId xmlns:a16="http://schemas.microsoft.com/office/drawing/2014/main" id="{D342A456-2E99-4F6E-B64F-D99D5A56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76403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3：写明时间、主体、动作和关键事实。】</a:t>
            </a:r>
          </a:p>
        </p:txBody>
      </p:sp>
    </p:spTree>
    <p:extLst>
      <p:ext uri="{BB962C8B-B14F-4D97-AF65-F5344CB8AC3E}">
        <p14:creationId xmlns:p14="http://schemas.microsoft.com/office/powerpoint/2010/main" val="1562417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6-header">
            <a:extLst xmlns:a="http://schemas.openxmlformats.org/drawingml/2006/main">
              <a:ext uri="{FF2B5EF4-FFF2-40B4-BE49-F238E27FC236}">
                <a16:creationId xmlns:a16="http://schemas.microsoft.com/office/drawing/2014/main" id="{26687AEC-52DC-4F38-9F9A-AAB388AE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"/>
            <a:ext cx="82677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6-header-text">
            <a:extLst xmlns:a="http://schemas.openxmlformats.org/drawingml/2006/main">
              <a:ext uri="{FF2B5EF4-FFF2-40B4-BE49-F238E27FC236}">
                <a16:creationId xmlns:a16="http://schemas.microsoft.com/office/drawing/2014/main" id="{1FDA974F-B95D-47BC-981D-C40F1BB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3600">
                <a:solidFill>
                  <a:srgbClr val="000000"/>
                </a:solidFill>
                <a:latin typeface="KaiTi"/>
                <a:ea typeface="KaiTi"/>
                <a:cs typeface="KaiTi"/>
              </a:rPr>
              <a:t>2 行业速览-其他</a:t>
            </a:r>
          </a:p>
        </p:txBody>
      </p:sp>
      <p:sp>
        <p:nvSpPr>
          <p:cNvPr id="3" name="other_3-label-background">
            <a:extLst xmlns:a="http://schemas.openxmlformats.org/drawingml/2006/main">
              <a:ext uri="{FF2B5EF4-FFF2-40B4-BE49-F238E27FC236}">
                <a16:creationId xmlns:a16="http://schemas.microsoft.com/office/drawing/2014/main" id="{0C35B010-AC53-438E-95F6-4A507C94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923925" cy="577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4" name="other_3-label">
            <a:extLst xmlns:a="http://schemas.openxmlformats.org/drawingml/2006/main">
              <a:ext uri="{FF2B5EF4-FFF2-40B4-BE49-F238E27FC236}">
                <a16:creationId xmlns:a16="http://schemas.microsoft.com/office/drawing/2014/main" id="{1186FF55-EB96-4AA7-9B82-67F3338E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8225"/>
            <a:ext cx="790575" cy="563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行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业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三</a:t>
            </a:r>
          </a:p>
        </p:txBody>
      </p:sp>
      <p:sp>
        <p:nvSpPr>
          <p:cNvPr id="5" name="other_3-body-frame">
            <a:extLst xmlns:a="http://schemas.openxmlformats.org/drawingml/2006/main">
              <a:ext uri="{FF2B5EF4-FFF2-40B4-BE49-F238E27FC236}">
                <a16:creationId xmlns:a16="http://schemas.microsoft.com/office/drawing/2014/main" id="{83137318-2F1C-47F1-A3DC-3E48FF1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71550"/>
            <a:ext cx="7239000" cy="577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6" name="other_3-bullet-1">
            <a:extLst xmlns:a="http://schemas.openxmlformats.org/drawingml/2006/main">
              <a:ext uri="{FF2B5EF4-FFF2-40B4-BE49-F238E27FC236}">
                <a16:creationId xmlns:a16="http://schemas.microsoft.com/office/drawing/2014/main" id="{25547844-EA66-45AC-B48D-8C18BEC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4775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other_3-bullet-text-1">
            <a:extLst xmlns:a="http://schemas.openxmlformats.org/drawingml/2006/main">
              <a:ext uri="{FF2B5EF4-FFF2-40B4-BE49-F238E27FC236}">
                <a16:creationId xmlns:a16="http://schemas.microsoft.com/office/drawing/2014/main" id="{FA13279E-9545-4143-B5F8-F286BFBE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04775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8" name="other_3-bullet-2">
            <a:extLst xmlns:a="http://schemas.openxmlformats.org/drawingml/2006/main">
              <a:ext uri="{FF2B5EF4-FFF2-40B4-BE49-F238E27FC236}">
                <a16:creationId xmlns:a16="http://schemas.microsoft.com/office/drawing/2014/main" id="{6414653D-E25B-47D7-A69F-E8BBDD91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0589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other_3-bullet-text-2">
            <a:extLst xmlns:a="http://schemas.openxmlformats.org/drawingml/2006/main">
              <a:ext uri="{FF2B5EF4-FFF2-40B4-BE49-F238E27FC236}">
                <a16:creationId xmlns:a16="http://schemas.microsoft.com/office/drawing/2014/main" id="{5378BE52-96C5-4F29-B1AB-3FEFC31C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40589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  <p:sp>
        <p:nvSpPr>
          <p:cNvPr id="10" name="other_3-bullet-3">
            <a:extLst xmlns:a="http://schemas.openxmlformats.org/drawingml/2006/main">
              <a:ext uri="{FF2B5EF4-FFF2-40B4-BE49-F238E27FC236}">
                <a16:creationId xmlns:a16="http://schemas.microsoft.com/office/drawing/2014/main" id="{A0040563-0FD8-48ED-8434-271B5195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403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other_3-bullet-text-3">
            <a:extLst xmlns:a="http://schemas.openxmlformats.org/drawingml/2006/main">
              <a:ext uri="{FF2B5EF4-FFF2-40B4-BE49-F238E27FC236}">
                <a16:creationId xmlns:a16="http://schemas.microsoft.com/office/drawing/2014/main" id="{A62AB866-6861-4F41-B64F-12F467F9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76403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3：写明时间、主体、动作和关键事实。】</a:t>
            </a:r>
          </a:p>
        </p:txBody>
      </p:sp>
    </p:spTree>
    <p:extLst>
      <p:ext uri="{BB962C8B-B14F-4D97-AF65-F5344CB8AC3E}">
        <p14:creationId xmlns:p14="http://schemas.microsoft.com/office/powerpoint/2010/main" val="2035610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ge-7-header">
            <a:extLst xmlns:a="http://schemas.openxmlformats.org/drawingml/2006/main">
              <a:ext uri="{FF2B5EF4-FFF2-40B4-BE49-F238E27FC236}">
                <a16:creationId xmlns:a16="http://schemas.microsoft.com/office/drawing/2014/main" id="{77F84921-F449-4AC5-980E-33F1952F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"/>
            <a:ext cx="82677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7-header-text">
            <a:extLst xmlns:a="http://schemas.openxmlformats.org/drawingml/2006/main">
              <a:ext uri="{FF2B5EF4-FFF2-40B4-BE49-F238E27FC236}">
                <a16:creationId xmlns:a16="http://schemas.microsoft.com/office/drawing/2014/main" id="{1F1ADBE0-0000-4369-9D7B-9F52B07E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3600">
                <a:solidFill>
                  <a:srgbClr val="000000"/>
                </a:solidFill>
                <a:latin typeface="KaiTi"/>
                <a:ea typeface="KaiTi"/>
                <a:cs typeface="KaiTi"/>
              </a:rPr>
              <a:t>3 行业速览-政策</a:t>
            </a:r>
          </a:p>
        </p:txBody>
      </p:sp>
      <p:sp>
        <p:nvSpPr>
          <p:cNvPr id="3" name="policy_1-label-background">
            <a:extLst xmlns:a="http://schemas.openxmlformats.org/drawingml/2006/main">
              <a:ext uri="{FF2B5EF4-FFF2-40B4-BE49-F238E27FC236}">
                <a16:creationId xmlns:a16="http://schemas.microsoft.com/office/drawing/2014/main" id="{536C7164-BE47-41E8-8CE3-C4E8BACE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04875"/>
            <a:ext cx="9239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4" name="policy_1-label">
            <a:extLst xmlns:a="http://schemas.openxmlformats.org/drawingml/2006/main">
              <a:ext uri="{FF2B5EF4-FFF2-40B4-BE49-F238E27FC236}">
                <a16:creationId xmlns:a16="http://schemas.microsoft.com/office/drawing/2014/main" id="{40BEE312-2692-4EC7-801C-5D789D80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"/>
            <a:ext cx="7905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政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一</a:t>
            </a:r>
          </a:p>
        </p:txBody>
      </p:sp>
      <p:sp>
        <p:nvSpPr>
          <p:cNvPr id="5" name="policy_1-body-frame">
            <a:extLst xmlns:a="http://schemas.openxmlformats.org/drawingml/2006/main">
              <a:ext uri="{FF2B5EF4-FFF2-40B4-BE49-F238E27FC236}">
                <a16:creationId xmlns:a16="http://schemas.microsoft.com/office/drawing/2014/main" id="{EB8BCFE4-1E4F-4F56-8BA8-59114D26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04875"/>
            <a:ext cx="7239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6" name="policy_1-bullet-1">
            <a:extLst xmlns:a="http://schemas.openxmlformats.org/drawingml/2006/main">
              <a:ext uri="{FF2B5EF4-FFF2-40B4-BE49-F238E27FC236}">
                <a16:creationId xmlns:a16="http://schemas.microsoft.com/office/drawing/2014/main" id="{43D92BB0-5AA4-4FF8-92E7-B329599E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981075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policy_1-bullet-text-1">
            <a:extLst xmlns:a="http://schemas.openxmlformats.org/drawingml/2006/main">
              <a:ext uri="{FF2B5EF4-FFF2-40B4-BE49-F238E27FC236}">
                <a16:creationId xmlns:a16="http://schemas.microsoft.com/office/drawing/2014/main" id="{18446B27-744C-4480-84D1-B10581CA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981075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8" name="policy_1-bullet-2">
            <a:extLst xmlns:a="http://schemas.openxmlformats.org/drawingml/2006/main">
              <a:ext uri="{FF2B5EF4-FFF2-40B4-BE49-F238E27FC236}">
                <a16:creationId xmlns:a16="http://schemas.microsoft.com/office/drawing/2014/main" id="{99650B5A-F9A8-44B4-BE3A-C5E4573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39215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policy_1-bullet-text-2">
            <a:extLst xmlns:a="http://schemas.openxmlformats.org/drawingml/2006/main">
              <a:ext uri="{FF2B5EF4-FFF2-40B4-BE49-F238E27FC236}">
                <a16:creationId xmlns:a16="http://schemas.microsoft.com/office/drawing/2014/main" id="{2D6911F5-F496-45AF-8E9B-5A4CE1BB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339215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  <p:sp>
        <p:nvSpPr>
          <p:cNvPr id="10" name="policy_2-label-background">
            <a:extLst xmlns:a="http://schemas.openxmlformats.org/drawingml/2006/main">
              <a:ext uri="{FF2B5EF4-FFF2-40B4-BE49-F238E27FC236}">
                <a16:creationId xmlns:a16="http://schemas.microsoft.com/office/drawing/2014/main" id="{CFE990E4-1563-43A1-B91D-ACBA381E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05175"/>
            <a:ext cx="923925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1" name="policy_2-label">
            <a:extLst xmlns:a="http://schemas.openxmlformats.org/drawingml/2006/main">
              <a:ext uri="{FF2B5EF4-FFF2-40B4-BE49-F238E27FC236}">
                <a16:creationId xmlns:a16="http://schemas.microsoft.com/office/drawing/2014/main" id="{9EAFF76A-6D18-4119-B95A-6DB121B2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7905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政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二</a:t>
            </a:r>
          </a:p>
        </p:txBody>
      </p:sp>
      <p:sp>
        <p:nvSpPr>
          <p:cNvPr id="12" name="policy_2-body-frame">
            <a:extLst xmlns:a="http://schemas.openxmlformats.org/drawingml/2006/main">
              <a:ext uri="{FF2B5EF4-FFF2-40B4-BE49-F238E27FC236}">
                <a16:creationId xmlns:a16="http://schemas.microsoft.com/office/drawing/2014/main" id="{5786C0EC-5E58-47DF-AD5B-F8AA8879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05175"/>
            <a:ext cx="723900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3" name="policy_2-bullet-1">
            <a:extLst xmlns:a="http://schemas.openxmlformats.org/drawingml/2006/main">
              <a:ext uri="{FF2B5EF4-FFF2-40B4-BE49-F238E27FC236}">
                <a16:creationId xmlns:a16="http://schemas.microsoft.com/office/drawing/2014/main" id="{F50FED1B-8C37-434A-B5B4-2B71C203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policy_2-bullet-text-1">
            <a:extLst xmlns:a="http://schemas.openxmlformats.org/drawingml/2006/main">
              <a:ext uri="{FF2B5EF4-FFF2-40B4-BE49-F238E27FC236}">
                <a16:creationId xmlns:a16="http://schemas.microsoft.com/office/drawing/2014/main" id="{34D13A3B-02AC-4C82-81AF-62532F2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381375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15" name="policy_3-label-background">
            <a:extLst xmlns:a="http://schemas.openxmlformats.org/drawingml/2006/main">
              <a:ext uri="{FF2B5EF4-FFF2-40B4-BE49-F238E27FC236}">
                <a16:creationId xmlns:a16="http://schemas.microsoft.com/office/drawing/2014/main" id="{AA9AD01C-EEE3-41AF-9578-CFFB7C6E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010150"/>
            <a:ext cx="923925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6" name="policy_3-label">
            <a:extLst xmlns:a="http://schemas.openxmlformats.org/drawingml/2006/main">
              <a:ext uri="{FF2B5EF4-FFF2-40B4-BE49-F238E27FC236}">
                <a16:creationId xmlns:a16="http://schemas.microsoft.com/office/drawing/2014/main" id="{225D681F-8C17-4DBD-9269-0DCB9D9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76825"/>
            <a:ext cx="7905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政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三</a:t>
            </a:r>
          </a:p>
        </p:txBody>
      </p:sp>
      <p:sp>
        <p:nvSpPr>
          <p:cNvPr id="17" name="policy_3-body-frame">
            <a:extLst xmlns:a="http://schemas.openxmlformats.org/drawingml/2006/main">
              <a:ext uri="{FF2B5EF4-FFF2-40B4-BE49-F238E27FC236}">
                <a16:creationId xmlns:a16="http://schemas.microsoft.com/office/drawing/2014/main" id="{1AB7F54B-A9AD-478B-A454-247F15FF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0150"/>
            <a:ext cx="72390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8" name="policy_3-bullet-1">
            <a:extLst xmlns:a="http://schemas.openxmlformats.org/drawingml/2006/main">
              <a:ext uri="{FF2B5EF4-FFF2-40B4-BE49-F238E27FC236}">
                <a16:creationId xmlns:a16="http://schemas.microsoft.com/office/drawing/2014/main" id="{41320EAB-2216-4E7E-B641-A8EF5474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8635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policy_3-bullet-text-1">
            <a:extLst xmlns:a="http://schemas.openxmlformats.org/drawingml/2006/main">
              <a:ext uri="{FF2B5EF4-FFF2-40B4-BE49-F238E27FC236}">
                <a16:creationId xmlns:a16="http://schemas.microsoft.com/office/drawing/2014/main" id="{605C3BEF-1132-4054-8210-4D019A2A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08635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20" name="policy_3-bullet-2">
            <a:extLst xmlns:a="http://schemas.openxmlformats.org/drawingml/2006/main">
              <a:ext uri="{FF2B5EF4-FFF2-40B4-BE49-F238E27FC236}">
                <a16:creationId xmlns:a16="http://schemas.microsoft.com/office/drawing/2014/main" id="{A9AB829F-8BC4-4319-A601-9AF7DE06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96865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policy_3-bullet-text-2">
            <a:extLst xmlns:a="http://schemas.openxmlformats.org/drawingml/2006/main">
              <a:ext uri="{FF2B5EF4-FFF2-40B4-BE49-F238E27FC236}">
                <a16:creationId xmlns:a16="http://schemas.microsoft.com/office/drawing/2014/main" id="{CFAC5F03-A949-441F-AB54-672EAEC3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5396865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</p:spTree>
    <p:extLst>
      <p:ext uri="{BB962C8B-B14F-4D97-AF65-F5344CB8AC3E}">
        <p14:creationId xmlns:p14="http://schemas.microsoft.com/office/powerpoint/2010/main" val="2021345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age-8-header">
            <a:extLst xmlns:a="http://schemas.openxmlformats.org/drawingml/2006/main">
              <a:ext uri="{FF2B5EF4-FFF2-40B4-BE49-F238E27FC236}">
                <a16:creationId xmlns:a16="http://schemas.microsoft.com/office/drawing/2014/main" id="{12D31D67-9B3D-4D81-A925-344FB909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3825"/>
            <a:ext cx="82677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8-header-text">
            <a:extLst xmlns:a="http://schemas.openxmlformats.org/drawingml/2006/main">
              <a:ext uri="{FF2B5EF4-FFF2-40B4-BE49-F238E27FC236}">
                <a16:creationId xmlns:a16="http://schemas.microsoft.com/office/drawing/2014/main" id="{2267F504-3BF4-4649-88C6-2292BA20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3600">
                <a:solidFill>
                  <a:srgbClr val="000000"/>
                </a:solidFill>
                <a:latin typeface="KaiTi"/>
                <a:ea typeface="KaiTi"/>
                <a:cs typeface="KaiTi"/>
              </a:rPr>
              <a:t>3 行业速览-政策</a:t>
            </a:r>
          </a:p>
        </p:txBody>
      </p:sp>
      <p:sp>
        <p:nvSpPr>
          <p:cNvPr id="3" name="policy_4-label-background">
            <a:extLst xmlns:a="http://schemas.openxmlformats.org/drawingml/2006/main">
              <a:ext uri="{FF2B5EF4-FFF2-40B4-BE49-F238E27FC236}">
                <a16:creationId xmlns:a16="http://schemas.microsoft.com/office/drawing/2014/main" id="{6A74223A-80EC-4F02-BE0C-FB8B0344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71550"/>
            <a:ext cx="923925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4" name="policy_4-label">
            <a:extLst xmlns:a="http://schemas.openxmlformats.org/drawingml/2006/main">
              <a:ext uri="{FF2B5EF4-FFF2-40B4-BE49-F238E27FC236}">
                <a16:creationId xmlns:a16="http://schemas.microsoft.com/office/drawing/2014/main" id="{F1BFABBA-5BCE-4BCB-8567-3DF3DD07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38225"/>
            <a:ext cx="7905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政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四</a:t>
            </a:r>
          </a:p>
        </p:txBody>
      </p:sp>
      <p:sp>
        <p:nvSpPr>
          <p:cNvPr id="5" name="policy_4-body-frame">
            <a:extLst xmlns:a="http://schemas.openxmlformats.org/drawingml/2006/main">
              <a:ext uri="{FF2B5EF4-FFF2-40B4-BE49-F238E27FC236}">
                <a16:creationId xmlns:a16="http://schemas.microsoft.com/office/drawing/2014/main" id="{2AB02736-5CF4-40DC-8994-575A24D1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219200"/>
            <a:ext cx="7239000" cy="183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6" name="policy_4-bullet-1">
            <a:extLst xmlns:a="http://schemas.openxmlformats.org/drawingml/2006/main">
              <a:ext uri="{FF2B5EF4-FFF2-40B4-BE49-F238E27FC236}">
                <a16:creationId xmlns:a16="http://schemas.microsoft.com/office/drawing/2014/main" id="{00D83A7E-3BF8-4CE4-955B-6F6DE358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29540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policy_4-bullet-text-1">
            <a:extLst xmlns:a="http://schemas.openxmlformats.org/drawingml/2006/main">
              <a:ext uri="{FF2B5EF4-FFF2-40B4-BE49-F238E27FC236}">
                <a16:creationId xmlns:a16="http://schemas.microsoft.com/office/drawing/2014/main" id="{008AAB7B-A367-4044-ADB6-70DB9F02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29540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8" name="policy_4-bullet-2">
            <a:extLst xmlns:a="http://schemas.openxmlformats.org/drawingml/2006/main">
              <a:ext uri="{FF2B5EF4-FFF2-40B4-BE49-F238E27FC236}">
                <a16:creationId xmlns:a16="http://schemas.microsoft.com/office/drawing/2014/main" id="{C41F4095-5FFF-48B5-A0C6-3B809251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05915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policy_4-bullet-text-2">
            <a:extLst xmlns:a="http://schemas.openxmlformats.org/drawingml/2006/main">
              <a:ext uri="{FF2B5EF4-FFF2-40B4-BE49-F238E27FC236}">
                <a16:creationId xmlns:a16="http://schemas.microsoft.com/office/drawing/2014/main" id="{D5812F9C-DD9D-457C-B1C5-3B1BA857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605915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  <p:sp>
        <p:nvSpPr>
          <p:cNvPr id="10" name="policy_5-label-background">
            <a:extLst xmlns:a="http://schemas.openxmlformats.org/drawingml/2006/main">
              <a:ext uri="{FF2B5EF4-FFF2-40B4-BE49-F238E27FC236}">
                <a16:creationId xmlns:a16="http://schemas.microsoft.com/office/drawing/2014/main" id="{6C6154DA-D8C8-431E-869B-8A3CD5D2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429000"/>
            <a:ext cx="9239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A92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1" name="policy_5-label">
            <a:extLst xmlns:a="http://schemas.openxmlformats.org/drawingml/2006/main">
              <a:ext uri="{FF2B5EF4-FFF2-40B4-BE49-F238E27FC236}">
                <a16:creationId xmlns:a16="http://schemas.microsoft.com/office/drawing/2014/main" id="{BC430BFC-1579-4C2B-95B3-8A7DD8B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5675"/>
            <a:ext cx="790575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政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策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800">
                <a:solidFill>
                  <a:srgbClr val="000000"/>
                </a:solidFill>
                <a:latin typeface="KaiTi"/>
                <a:ea typeface="KaiTi"/>
                <a:cs typeface="KaiTi"/>
              </a:rPr>
              <a:t>五</a:t>
            </a:r>
          </a:p>
        </p:txBody>
      </p:sp>
      <p:sp>
        <p:nvSpPr>
          <p:cNvPr id="12" name="policy_5-body-frame">
            <a:extLst xmlns:a="http://schemas.openxmlformats.org/drawingml/2006/main">
              <a:ext uri="{FF2B5EF4-FFF2-40B4-BE49-F238E27FC236}">
                <a16:creationId xmlns:a16="http://schemas.microsoft.com/office/drawing/2014/main" id="{30FC9E52-C965-4364-9495-8C2308AD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72390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E9C4C"/>
            </a:solidFill>
            <a:prstDash val="solid"/>
          </a:ln>
        </p:spPr>
      </p:sp>
      <p:sp>
        <p:nvSpPr>
          <p:cNvPr id="13" name="policy_5-bullet-1">
            <a:extLst xmlns:a="http://schemas.openxmlformats.org/drawingml/2006/main">
              <a:ext uri="{FF2B5EF4-FFF2-40B4-BE49-F238E27FC236}">
                <a16:creationId xmlns:a16="http://schemas.microsoft.com/office/drawing/2014/main" id="{FC72833C-614A-4CE2-92A4-968B522E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0520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policy_5-bullet-text-1">
            <a:extLst xmlns:a="http://schemas.openxmlformats.org/drawingml/2006/main">
              <a:ext uri="{FF2B5EF4-FFF2-40B4-BE49-F238E27FC236}">
                <a16:creationId xmlns:a16="http://schemas.microsoft.com/office/drawing/2014/main" id="{529CE1A1-342F-403C-9FF5-DF4AC05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50520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1：写明时间、主体、动作和关键事实。】</a:t>
            </a:r>
          </a:p>
        </p:txBody>
      </p:sp>
      <p:sp>
        <p:nvSpPr>
          <p:cNvPr id="15" name="policy_5-bullet-2">
            <a:extLst xmlns:a="http://schemas.openxmlformats.org/drawingml/2006/main">
              <a:ext uri="{FF2B5EF4-FFF2-40B4-BE49-F238E27FC236}">
                <a16:creationId xmlns:a16="http://schemas.microsoft.com/office/drawing/2014/main" id="{A08855F4-45B5-4EB4-8D7C-C5AA8341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63340"/>
            <a:ext cx="17145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policy_5-bullet-text-2">
            <a:extLst xmlns:a="http://schemas.openxmlformats.org/drawingml/2006/main">
              <a:ext uri="{FF2B5EF4-FFF2-40B4-BE49-F238E27FC236}">
                <a16:creationId xmlns:a16="http://schemas.microsoft.com/office/drawing/2014/main" id="{31205009-051B-48F3-91D2-D4EB3AC0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863340"/>
            <a:ext cx="6753225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00">
                <a:solidFill>
                  <a:srgbClr val="000000"/>
                </a:solidFill>
                <a:latin typeface="KaiTi"/>
                <a:ea typeface="KaiTi"/>
                <a:cs typeface="KaiTi"/>
              </a:defRPr>
            </a:pPr>
            <a:r>
              <a:rPr sz="1600">
                <a:solidFill>
                  <a:srgbClr val="000000"/>
                </a:solidFill>
                <a:latin typeface="KaiTi"/>
                <a:ea typeface="KaiTi"/>
                <a:cs typeface="KaiTi"/>
              </a:rPr>
              <a:t>【本期事项要点 2：写明时间、主体、动作和关键事实。】</a:t>
            </a:r>
          </a:p>
        </p:txBody>
      </p:sp>
    </p:spTree>
    <p:extLst>
      <p:ext uri="{BB962C8B-B14F-4D97-AF65-F5344CB8AC3E}">
        <p14:creationId xmlns:p14="http://schemas.microsoft.com/office/powerpoint/2010/main" val="1065181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2026-07-24T01:51:04.5410000Z</dcterms:created>
  <dcterms:modified xsi:type="dcterms:W3CDTF">2026-07-24T01:51:04.5410000Z</dcterms:modified>
</coreProperties>
</file>